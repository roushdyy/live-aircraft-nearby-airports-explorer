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13"/>
  </p:normalViewPr>
  <p:slideViewPr>
    <p:cSldViewPr snapToGrid="0" snapToObjects="1">
      <p:cViewPr varScale="1">
        <p:scale>
          <a:sx n="91" d="100"/>
          <a:sy n="91" d="100"/>
        </p:scale>
        <p:origin x="56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5208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GJeM6iU8pxY?feature=oembed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149cf253-4003-4d87-8825-d6f6a08fc15f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32903c95-20a2-41e1-8ccf-892ab0e6a904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737f51ed-8642-4c4c-883f-c8e8e2b3ff7e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c351ba31-7004-4f22-9ab3-91eda2a5cb2c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b3aad849-72e0-4cf5-98a8-f72084f0fb8d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b09e72be-11a5-4000-bff9-4f63d3e6683d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nline Media 1" title="Programming Lab Demo">
            <a:hlinkClick r:id="" action="ppaction://media"/>
            <a:extLst>
              <a:ext uri="{FF2B5EF4-FFF2-40B4-BE49-F238E27FC236}">
                <a16:creationId xmlns:a16="http://schemas.microsoft.com/office/drawing/2014/main" id="{B91C18AA-C88A-6F91-BE1C-7A458F7D86C2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348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3a17c4d1-7eed-4f53-89c7-f8dfa808b59a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</Words>
  <Application>Microsoft Office PowerPoint</Application>
  <PresentationFormat>On-screen Show (16:9)</PresentationFormat>
  <Paragraphs>7</Paragraphs>
  <Slides>8</Slides>
  <Notes>7</Notes>
  <HiddenSlides>0</HiddenSlides>
  <MMClips>1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Muzamani, Tawonga (Stud SRH-University)</cp:lastModifiedBy>
  <cp:revision>2</cp:revision>
  <dcterms:created xsi:type="dcterms:W3CDTF">2026-06-04T15:29:09Z</dcterms:created>
  <dcterms:modified xsi:type="dcterms:W3CDTF">2026-06-04T15:30:25Z</dcterms:modified>
</cp:coreProperties>
</file>